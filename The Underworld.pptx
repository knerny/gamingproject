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.fntdata"/><Relationship Id="rId6" Type="http://schemas.openxmlformats.org/officeDocument/2006/relationships/slide" Target="slides/slide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9657686c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9657686c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9657686c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9657686c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9657686c7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9657686c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9657686c7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9657686c7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657686c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9657686c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9657686c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9657686c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9657686c7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9657686c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u.wikipedia.org/wiki/%D0%98%D0%BD%D1%82%D0%B5%D0%B3%D1%80%D0%B8%D1%80%D0%BE%D0%B2%D0%B0%D0%BD%D0%BD%D0%B0%D1%8F_%D1%81%D1%80%D0%B5%D0%B4%D0%B0_%D1%80%D0%B0%D0%B7%D1%80%D0%B0%D0%B1%D0%BE%D1%82%D0%BA%D0%B8" TargetMode="External"/><Relationship Id="rId4" Type="http://schemas.openxmlformats.org/officeDocument/2006/relationships/hyperlink" Target="https://ru.wikipedia.org/wiki/Pytho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Создание видео-игры The Underworld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42"/>
            <a:ext cx="53280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Бельский Константин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Федоров </a:t>
            </a:r>
            <a:r>
              <a:rPr lang="ru"/>
              <a:t>Тимофей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00" y="2871717"/>
            <a:ext cx="10668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6025" y="4072692"/>
            <a:ext cx="67627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проекта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Целью проекта является создание игры-стрелялки, в которой игрок стреляет по скелетам. </a:t>
            </a:r>
            <a:endParaRPr sz="1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Игра предназначена для отдыха и развлечения.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ru"/>
              <a:t>Т</a:t>
            </a:r>
            <a:r>
              <a:rPr lang="ru"/>
              <a:t>ехнологии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При разработке игры использовались следующие технологии:</a:t>
            </a:r>
            <a:endParaRPr sz="1600"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/>
              <a:t>Arcade </a:t>
            </a:r>
            <a:r>
              <a:rPr lang="ru" sz="1600"/>
              <a:t>- библиотека Python для создания 2D игр. Поддерживает Python 3, современные OpenGL-графику, анимированные спрайты и встроенные физические движки.</a:t>
            </a:r>
            <a:endParaRPr sz="1600"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/>
              <a:t>Python Imaging Library</a:t>
            </a:r>
            <a:r>
              <a:rPr lang="ru" sz="1600"/>
              <a:t> — библиотека для обработки растровых изображений в Python.</a:t>
            </a:r>
            <a:endParaRPr sz="1600"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/>
              <a:t>PyCharm </a:t>
            </a:r>
            <a:r>
              <a:rPr lang="ru" sz="1600"/>
              <a:t>— кроссплатформенная </a:t>
            </a:r>
            <a:r>
              <a:rPr lang="ru" sz="1600">
                <a:uFill>
                  <a:noFill/>
                </a:uFill>
                <a:hlinkClick r:id="rId3"/>
              </a:rPr>
              <a:t>интегрированная среда разработки</a:t>
            </a:r>
            <a:r>
              <a:rPr lang="ru" sz="1600"/>
              <a:t> для языка программирования </a:t>
            </a:r>
            <a:r>
              <a:rPr lang="ru" sz="1600">
                <a:uFill>
                  <a:noFill/>
                </a:uFill>
                <a:hlinkClick r:id="rId4"/>
              </a:rPr>
              <a:t>Python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Особенности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Цель игры - убить зомби-скелетов, иначе они убьют тебя, и игра закончится.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 игре бесконечное число уровней, уровни отличаются ландшафтами. 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Переход на следующий уровень происходит, когда мертвы все скелеты.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Переход сопровождается отображением таймера обратного отсчета.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375" y="1725275"/>
            <a:ext cx="4260476" cy="1198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4575" y="580825"/>
            <a:ext cx="67627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Настройки игры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/>
              <a:t>В настройках доступен выбор полноэкранного режима, разрешения и громкости звука.</a:t>
            </a:r>
            <a:endParaRPr sz="140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488" y="1795575"/>
            <a:ext cx="2446779" cy="182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ru"/>
              <a:t>Структура классов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644675" y="500925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Game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основной класс игры для переключения между сценами</a:t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644675" y="1564400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FirstScene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 стартовая сцена игры  </a:t>
            </a:r>
            <a:endParaRPr sz="3365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644675" y="2627875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GameView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класс для игрового процесса</a:t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6108488" y="2627875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OptionsScene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сцена настройки игры</a:t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7572300" y="2627875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AutorsScene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сцена с информацией об авторах игры</a:t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644688" y="3691353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Player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класс описывает поведение игрока</a:t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6108500" y="3691353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Enemy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класс описывает поведение врагов-скелетов</a:t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7572313" y="3691353"/>
            <a:ext cx="1378200" cy="833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5600"/>
              <a:t>Bullet</a:t>
            </a:r>
            <a:endParaRPr sz="5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365"/>
              <a:t>класс, описывающий поведение пули</a:t>
            </a:r>
            <a:endParaRPr sz="3365"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Достоинства игры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644675" y="500925"/>
            <a:ext cx="4152600" cy="4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Игра реализована в достаточном объеме, чтобы служить развлечением.</a:t>
            </a:r>
            <a:endParaRPr sz="1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Есть настройки разрешения, громкости звука.</a:t>
            </a:r>
            <a:endParaRPr sz="1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Полноэкранный режим игры.</a:t>
            </a:r>
            <a:endParaRPr sz="1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Оригинально реализовано окно с информацией об авторах - имена летают по экрану и отталкиваются от его краев.</a:t>
            </a:r>
            <a:endParaRPr sz="1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В игре используется процедурно-генерируемый ландшафт на основе созданных авторами текстур.</a:t>
            </a:r>
            <a:endParaRPr sz="1600"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Возможности для развития игры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644675" y="500925"/>
            <a:ext cx="4152600" cy="4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Использование текстур персонажей собственного производства авторов.</a:t>
            </a:r>
            <a:endParaRPr sz="1600"/>
          </a:p>
          <a:p>
            <a:pPr indent="-330200" lvl="0" marL="45720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Изменение поведения стрельбы – в направлении указанном мышью, а не только по горизонтали.</a:t>
            </a:r>
            <a:endParaRPr sz="1600"/>
          </a:p>
          <a:p>
            <a:pPr indent="-330200" lvl="0" marL="45720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Реализация атак со стороны врагов.</a:t>
            </a:r>
            <a:endParaRPr sz="1600"/>
          </a:p>
          <a:p>
            <a:pPr indent="-330200" lvl="0" marL="457200" rtl="0" algn="l">
              <a:lnSpc>
                <a:spcPct val="108000"/>
              </a:lnSpc>
              <a:spcBef>
                <a:spcPts val="1200"/>
              </a:spcBef>
              <a:spcAft>
                <a:spcPts val="1000"/>
              </a:spcAft>
              <a:buSzPts val="1600"/>
              <a:buChar char="●"/>
            </a:pPr>
            <a:r>
              <a:rPr lang="ru" sz="1600"/>
              <a:t>Подсчет очков.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